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7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3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7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0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8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0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2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3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94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31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21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4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99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DATAMITES INTERNSHIP</a:t>
            </a:r>
            <a:br>
              <a:rPr lang="en-IN" dirty="0"/>
            </a:br>
            <a:r>
              <a:rPr dirty="0"/>
              <a:t>MOVIE DATABASE – SQL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IMDB SQL Analysis Project</a:t>
            </a:r>
          </a:p>
          <a:p>
            <a:endParaRPr dirty="0"/>
          </a:p>
          <a:p>
            <a:r>
              <a:rPr dirty="0"/>
              <a:t>Project By: Priyanka C Meti</a:t>
            </a:r>
          </a:p>
          <a:p>
            <a:r>
              <a:rPr dirty="0"/>
              <a:t>Database: SQL Server</a:t>
            </a:r>
          </a:p>
          <a:p>
            <a:r>
              <a:rPr dirty="0"/>
              <a:t>Language: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performs SQL analysis on Movies and Directors database</a:t>
            </a:r>
          </a:p>
          <a:p>
            <a:r>
              <a:rPr dirty="0"/>
              <a:t>to extract insights on:</a:t>
            </a:r>
          </a:p>
          <a:p>
            <a:endParaRPr dirty="0"/>
          </a:p>
          <a:p>
            <a:r>
              <a:rPr dirty="0"/>
              <a:t>• Popularity</a:t>
            </a:r>
          </a:p>
          <a:p>
            <a:r>
              <a:rPr dirty="0"/>
              <a:t>• Revenue</a:t>
            </a:r>
          </a:p>
          <a:p>
            <a:r>
              <a:rPr dirty="0"/>
              <a:t>• Ratings</a:t>
            </a:r>
          </a:p>
          <a:p>
            <a:r>
              <a:rPr dirty="0"/>
              <a:t>• Directors Performance</a:t>
            </a:r>
          </a:p>
          <a:p>
            <a:r>
              <a:rPr dirty="0"/>
              <a:t>• Gender Representation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2358324"/>
            <a:ext cx="3886200" cy="41542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Output </a:t>
            </a:r>
            <a:endParaRPr dirty="0"/>
          </a:p>
        </p:txBody>
      </p:sp>
      <p:pic>
        <p:nvPicPr>
          <p:cNvPr id="3" name="Picture 2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5200"/>
            <a:ext cx="3886200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2174240"/>
            <a:ext cx="3886200" cy="4531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209800"/>
            <a:ext cx="3886200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3886200" cy="430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2235200"/>
            <a:ext cx="3886200" cy="4135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5200"/>
            <a:ext cx="3886200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65680"/>
            <a:ext cx="3886200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26640"/>
            <a:ext cx="3886200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3760"/>
            <a:ext cx="3886200" cy="4226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45360"/>
            <a:ext cx="3886200" cy="4277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200844"/>
            <a:ext cx="3886200" cy="39713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 Output </a:t>
            </a:r>
          </a:p>
        </p:txBody>
      </p:sp>
      <p:pic>
        <p:nvPicPr>
          <p:cNvPr id="3" name="Picture 2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5200"/>
            <a:ext cx="3886200" cy="4196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Successfully analyzed Movie Database using SQL</a:t>
            </a:r>
          </a:p>
          <a:p>
            <a:r>
              <a:t>✔ Extracted meaningful analytical insights</a:t>
            </a:r>
          </a:p>
          <a:p>
            <a:r>
              <a:t>✔ Demonstrated SQL expertise &amp; analytical capability</a:t>
            </a:r>
          </a:p>
          <a:p>
            <a:endParaRPr/>
          </a:p>
          <a:p>
            <a:r>
              <a:t>This project showcases strong readiness for Data Analyst roles.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110</Words>
  <Application>Microsoft Office PowerPoint</Application>
  <PresentationFormat>On-screen Show (4:3)</PresentationFormat>
  <Paragraphs>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 Boardroom</vt:lpstr>
      <vt:lpstr>DATAMITES INTERNSHIP MOVIE DATABASE – SQL PROJECT</vt:lpstr>
      <vt:lpstr>Project Overview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Query Output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</dc:creator>
  <cp:keywords/>
  <dc:description>generated using python-pptx</dc:description>
  <cp:lastModifiedBy>priyankacm26@gmail.com</cp:lastModifiedBy>
  <cp:revision>2</cp:revision>
  <dcterms:created xsi:type="dcterms:W3CDTF">2013-01-27T09:14:16Z</dcterms:created>
  <dcterms:modified xsi:type="dcterms:W3CDTF">2026-01-02T11:06:04Z</dcterms:modified>
  <cp:category/>
</cp:coreProperties>
</file>